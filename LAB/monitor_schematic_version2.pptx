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1" r:id="rId2"/>
    <p:sldId id="263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508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966CB-2270-C30D-B38B-8EA32D942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BF42C-92EE-4E47-ADCB-857EE03B6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16281-297D-EAC6-873D-FA08413E84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75006-D553-DF47-6F8B-159402371B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673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B2094-5334-18B8-7155-74313C894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BBD3AF-7C55-5E06-A302-9E2681409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99B40-F764-ADA2-D6D5-19C7C1FE7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B80D6-EC5C-3EB7-CFCD-BC61387E1B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72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6E3DC-B9C4-5C12-1C31-D55A21B71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EBBD4035-0BF2-76DF-3DB8-A66EBE933621}"/>
              </a:ext>
            </a:extLst>
          </p:cNvPr>
          <p:cNvSpPr/>
          <p:nvPr/>
        </p:nvSpPr>
        <p:spPr>
          <a:xfrm>
            <a:off x="2497591" y="844133"/>
            <a:ext cx="7642800" cy="4297680"/>
          </a:xfrm>
          <a:prstGeom prst="roundRect">
            <a:avLst>
              <a:gd name="adj" fmla="val 1702"/>
            </a:avLst>
          </a:prstGeom>
          <a:solidFill>
            <a:srgbClr val="1D2840"/>
          </a:solidFill>
          <a:ln w="12700">
            <a:solidFill>
              <a:srgbClr val="1D2840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851CCCC-49FD-A723-2EF5-C5013EDFEFCA}"/>
              </a:ext>
            </a:extLst>
          </p:cNvPr>
          <p:cNvSpPr/>
          <p:nvPr/>
        </p:nvSpPr>
        <p:spPr>
          <a:xfrm>
            <a:off x="2825191" y="1017873"/>
            <a:ext cx="698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962FF37-8C11-5DE8-1D01-8B5B2E78637E}"/>
              </a:ext>
            </a:extLst>
          </p:cNvPr>
          <p:cNvSpPr/>
          <p:nvPr/>
        </p:nvSpPr>
        <p:spPr>
          <a:xfrm>
            <a:off x="2444454" y="414666"/>
            <a:ext cx="3032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9344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Left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D8E339F-C9B6-AF5E-23B8-22AE2C906F41}"/>
              </a:ext>
            </a:extLst>
          </p:cNvPr>
          <p:cNvSpPr/>
          <p:nvPr/>
        </p:nvSpPr>
        <p:spPr>
          <a:xfrm>
            <a:off x="4818513" y="414666"/>
            <a:ext cx="3032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9344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Centre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FD02C02-98D2-4481-ECBC-5DFFECCAA51F}"/>
              </a:ext>
            </a:extLst>
          </p:cNvPr>
          <p:cNvSpPr/>
          <p:nvPr/>
        </p:nvSpPr>
        <p:spPr>
          <a:xfrm>
            <a:off x="7169567" y="404912"/>
            <a:ext cx="3032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9344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Right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CFF6930-E044-9716-6AC5-E6B2F03EFFC7}"/>
              </a:ext>
            </a:extLst>
          </p:cNvPr>
          <p:cNvSpPr/>
          <p:nvPr/>
        </p:nvSpPr>
        <p:spPr>
          <a:xfrm>
            <a:off x="10358397" y="1574748"/>
            <a:ext cx="685225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9344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F90465D-5305-BFE1-0990-A2D68C38BB7F}"/>
              </a:ext>
            </a:extLst>
          </p:cNvPr>
          <p:cNvSpPr/>
          <p:nvPr/>
        </p:nvSpPr>
        <p:spPr>
          <a:xfrm>
            <a:off x="10358397" y="2871882"/>
            <a:ext cx="1266409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9344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Middle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F69B8A9-F106-E800-A1F4-0B5DBEBA151B}"/>
              </a:ext>
            </a:extLst>
          </p:cNvPr>
          <p:cNvSpPr/>
          <p:nvPr/>
        </p:nvSpPr>
        <p:spPr>
          <a:xfrm>
            <a:off x="10358397" y="4107564"/>
            <a:ext cx="132079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9344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Bottom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731CF0C-CFD4-399B-5108-15AE2093E2DE}"/>
              </a:ext>
            </a:extLst>
          </p:cNvPr>
          <p:cNvSpPr/>
          <p:nvPr/>
        </p:nvSpPr>
        <p:spPr>
          <a:xfrm>
            <a:off x="1797289" y="3059565"/>
            <a:ext cx="809895" cy="2121818"/>
          </a:xfrm>
          <a:prstGeom prst="rect">
            <a:avLst/>
          </a:prstGeom>
          <a:noFill/>
          <a:ln/>
        </p:spPr>
        <p:txBody>
          <a:bodyPr vert="vert270"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D778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Y position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62D462B-83C3-B61F-92F5-6DB2F63F1509}"/>
              </a:ext>
            </a:extLst>
          </p:cNvPr>
          <p:cNvSpPr/>
          <p:nvPr/>
        </p:nvSpPr>
        <p:spPr>
          <a:xfrm flipV="1">
            <a:off x="4714813" y="5404165"/>
            <a:ext cx="1224809" cy="5817"/>
          </a:xfrm>
          <a:prstGeom prst="line">
            <a:avLst/>
          </a:prstGeom>
          <a:noFill/>
          <a:ln w="38100">
            <a:solidFill>
              <a:srgbClr val="6D7788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AU" sz="2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34D631B-5DEB-2884-F4B5-DD019615400A}"/>
              </a:ext>
            </a:extLst>
          </p:cNvPr>
          <p:cNvSpPr/>
          <p:nvPr/>
        </p:nvSpPr>
        <p:spPr>
          <a:xfrm>
            <a:off x="2816905" y="5135144"/>
            <a:ext cx="2001607" cy="4523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D778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X position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F77F505-16D4-3331-0CA4-02FC24BD220A}"/>
              </a:ext>
            </a:extLst>
          </p:cNvPr>
          <p:cNvSpPr/>
          <p:nvPr/>
        </p:nvSpPr>
        <p:spPr>
          <a:xfrm>
            <a:off x="6117823" y="5181383"/>
            <a:ext cx="402336" cy="457200"/>
          </a:xfrm>
          <a:prstGeom prst="rect">
            <a:avLst/>
          </a:prstGeom>
          <a:solidFill>
            <a:srgbClr val="28364F"/>
          </a:solidFill>
          <a:ln w="12700">
            <a:solidFill>
              <a:srgbClr val="28364F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24512D6-9138-D578-9B38-083F3C76DA75}"/>
              </a:ext>
            </a:extLst>
          </p:cNvPr>
          <p:cNvSpPr/>
          <p:nvPr/>
        </p:nvSpPr>
        <p:spPr>
          <a:xfrm>
            <a:off x="5541751" y="5622211"/>
            <a:ext cx="1554480" cy="146304"/>
          </a:xfrm>
          <a:prstGeom prst="roundRect">
            <a:avLst>
              <a:gd name="adj" fmla="val 18750"/>
            </a:avLst>
          </a:prstGeom>
          <a:solidFill>
            <a:srgbClr val="1D2840"/>
          </a:solidFill>
          <a:ln w="12700">
            <a:solidFill>
              <a:srgbClr val="1D2840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01EC9F-5E05-1A87-462C-7DB38C605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967" y="1021657"/>
            <a:ext cx="6988799" cy="393120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D771691-0C21-C627-1890-175F9CD9D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697570"/>
              </p:ext>
            </p:extLst>
          </p:nvPr>
        </p:nvGraphicFramePr>
        <p:xfrm>
          <a:off x="2825191" y="1015637"/>
          <a:ext cx="6987600" cy="393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29200">
                  <a:extLst>
                    <a:ext uri="{9D8B030D-6E8A-4147-A177-3AD203B41FA5}">
                      <a16:colId xmlns:a16="http://schemas.microsoft.com/office/drawing/2014/main" val="292796012"/>
                    </a:ext>
                  </a:extLst>
                </a:gridCol>
                <a:gridCol w="2329200">
                  <a:extLst>
                    <a:ext uri="{9D8B030D-6E8A-4147-A177-3AD203B41FA5}">
                      <a16:colId xmlns:a16="http://schemas.microsoft.com/office/drawing/2014/main" val="2098088498"/>
                    </a:ext>
                  </a:extLst>
                </a:gridCol>
                <a:gridCol w="2329200">
                  <a:extLst>
                    <a:ext uri="{9D8B030D-6E8A-4147-A177-3AD203B41FA5}">
                      <a16:colId xmlns:a16="http://schemas.microsoft.com/office/drawing/2014/main" val="944776978"/>
                    </a:ext>
                  </a:extLst>
                </a:gridCol>
              </a:tblGrid>
              <a:tr h="1310400"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053207"/>
                  </a:ext>
                </a:extLst>
              </a:tr>
              <a:tr h="1310400"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26844"/>
                  </a:ext>
                </a:extLst>
              </a:tr>
              <a:tr h="1310400"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14802"/>
                  </a:ext>
                </a:extLst>
              </a:tr>
            </a:tbl>
          </a:graphicData>
        </a:graphic>
      </p:graphicFrame>
      <p:sp>
        <p:nvSpPr>
          <p:cNvPr id="5" name="Shape 15">
            <a:extLst>
              <a:ext uri="{FF2B5EF4-FFF2-40B4-BE49-F238E27FC236}">
                <a16:creationId xmlns:a16="http://schemas.microsoft.com/office/drawing/2014/main" id="{D24BAAFD-0EBF-9741-1785-E8EDEF99CECD}"/>
              </a:ext>
            </a:extLst>
          </p:cNvPr>
          <p:cNvSpPr/>
          <p:nvPr/>
        </p:nvSpPr>
        <p:spPr>
          <a:xfrm rot="16200000" flipV="1">
            <a:off x="1641031" y="2624842"/>
            <a:ext cx="1224809" cy="5817"/>
          </a:xfrm>
          <a:prstGeom prst="line">
            <a:avLst/>
          </a:prstGeom>
          <a:noFill/>
          <a:ln w="38100">
            <a:solidFill>
              <a:srgbClr val="6D7788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1563477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5CB95-EF58-CF78-73AF-7A24DC0B0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526F52E6-E844-A668-F2CC-5EA58A898B64}"/>
              </a:ext>
            </a:extLst>
          </p:cNvPr>
          <p:cNvSpPr/>
          <p:nvPr/>
        </p:nvSpPr>
        <p:spPr>
          <a:xfrm>
            <a:off x="2497591" y="844133"/>
            <a:ext cx="7642800" cy="4297680"/>
          </a:xfrm>
          <a:prstGeom prst="roundRect">
            <a:avLst>
              <a:gd name="adj" fmla="val 1702"/>
            </a:avLst>
          </a:prstGeom>
          <a:solidFill>
            <a:srgbClr val="1D2840"/>
          </a:solidFill>
          <a:ln w="12700">
            <a:solidFill>
              <a:srgbClr val="1D2840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D86F957-EAFE-BD20-3F85-C821F435D237}"/>
              </a:ext>
            </a:extLst>
          </p:cNvPr>
          <p:cNvSpPr/>
          <p:nvPr/>
        </p:nvSpPr>
        <p:spPr>
          <a:xfrm>
            <a:off x="2825191" y="1017873"/>
            <a:ext cx="698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B350FC9-D1D3-9C61-4B5E-3C08EBE20A3A}"/>
              </a:ext>
            </a:extLst>
          </p:cNvPr>
          <p:cNvSpPr/>
          <p:nvPr/>
        </p:nvSpPr>
        <p:spPr>
          <a:xfrm>
            <a:off x="2444454" y="414666"/>
            <a:ext cx="3032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9344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Left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14BACF4-2239-FCEE-0F07-517EF4D1440A}"/>
              </a:ext>
            </a:extLst>
          </p:cNvPr>
          <p:cNvSpPr/>
          <p:nvPr/>
        </p:nvSpPr>
        <p:spPr>
          <a:xfrm>
            <a:off x="4818513" y="414666"/>
            <a:ext cx="3032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9344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Centre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91FDEC1-14D0-FF59-EA3A-717ACFBC95CA}"/>
              </a:ext>
            </a:extLst>
          </p:cNvPr>
          <p:cNvSpPr/>
          <p:nvPr/>
        </p:nvSpPr>
        <p:spPr>
          <a:xfrm>
            <a:off x="7169567" y="404912"/>
            <a:ext cx="3032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9344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Right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AB8B1FC-22D6-9FBE-D93B-D2344F5B8480}"/>
              </a:ext>
            </a:extLst>
          </p:cNvPr>
          <p:cNvSpPr/>
          <p:nvPr/>
        </p:nvSpPr>
        <p:spPr>
          <a:xfrm>
            <a:off x="10358398" y="1550699"/>
            <a:ext cx="685225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9344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Top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A664CFC-6A85-9069-2DAC-001C84650B91}"/>
              </a:ext>
            </a:extLst>
          </p:cNvPr>
          <p:cNvSpPr/>
          <p:nvPr/>
        </p:nvSpPr>
        <p:spPr>
          <a:xfrm>
            <a:off x="10358398" y="2871882"/>
            <a:ext cx="1274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9344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Middle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23F0A72-4EA0-3212-0715-F8B0C9B0C4F1}"/>
              </a:ext>
            </a:extLst>
          </p:cNvPr>
          <p:cNvSpPr/>
          <p:nvPr/>
        </p:nvSpPr>
        <p:spPr>
          <a:xfrm>
            <a:off x="10358398" y="4153573"/>
            <a:ext cx="132874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9344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Bottom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C8299F7-FE01-F4AF-D25B-1A710FB84BE7}"/>
              </a:ext>
            </a:extLst>
          </p:cNvPr>
          <p:cNvSpPr/>
          <p:nvPr/>
        </p:nvSpPr>
        <p:spPr>
          <a:xfrm>
            <a:off x="1797289" y="3059565"/>
            <a:ext cx="809895" cy="2121818"/>
          </a:xfrm>
          <a:prstGeom prst="rect">
            <a:avLst/>
          </a:prstGeom>
          <a:noFill/>
          <a:ln/>
        </p:spPr>
        <p:txBody>
          <a:bodyPr vert="vert270"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D778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Y position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9247AAA-7B95-1CC5-14DC-0749FAE9D970}"/>
              </a:ext>
            </a:extLst>
          </p:cNvPr>
          <p:cNvSpPr/>
          <p:nvPr/>
        </p:nvSpPr>
        <p:spPr>
          <a:xfrm flipV="1">
            <a:off x="4714813" y="5404165"/>
            <a:ext cx="1224809" cy="5817"/>
          </a:xfrm>
          <a:prstGeom prst="line">
            <a:avLst/>
          </a:prstGeom>
          <a:noFill/>
          <a:ln w="38100">
            <a:solidFill>
              <a:srgbClr val="6D7788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AU" sz="20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BC6FC4A-E897-8F0B-54EF-C5F631ED1ECA}"/>
              </a:ext>
            </a:extLst>
          </p:cNvPr>
          <p:cNvSpPr/>
          <p:nvPr/>
        </p:nvSpPr>
        <p:spPr>
          <a:xfrm>
            <a:off x="2816905" y="5135144"/>
            <a:ext cx="2001607" cy="45236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D778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X position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5184D0F-034D-A13C-CF6E-83BEE04390FE}"/>
              </a:ext>
            </a:extLst>
          </p:cNvPr>
          <p:cNvSpPr/>
          <p:nvPr/>
        </p:nvSpPr>
        <p:spPr>
          <a:xfrm>
            <a:off x="6117823" y="5181383"/>
            <a:ext cx="402336" cy="457200"/>
          </a:xfrm>
          <a:prstGeom prst="rect">
            <a:avLst/>
          </a:prstGeom>
          <a:solidFill>
            <a:srgbClr val="28364F"/>
          </a:solidFill>
          <a:ln w="12700">
            <a:solidFill>
              <a:srgbClr val="28364F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FD0910B-1481-5A09-1B1F-960E1849B2A5}"/>
              </a:ext>
            </a:extLst>
          </p:cNvPr>
          <p:cNvSpPr/>
          <p:nvPr/>
        </p:nvSpPr>
        <p:spPr>
          <a:xfrm>
            <a:off x="5541751" y="5622211"/>
            <a:ext cx="1554480" cy="146304"/>
          </a:xfrm>
          <a:prstGeom prst="roundRect">
            <a:avLst>
              <a:gd name="adj" fmla="val 18750"/>
            </a:avLst>
          </a:prstGeom>
          <a:solidFill>
            <a:srgbClr val="1D2840"/>
          </a:solidFill>
          <a:ln w="12700">
            <a:solidFill>
              <a:srgbClr val="1D2840"/>
            </a:solidFill>
            <a:prstDash val="solid"/>
          </a:ln>
        </p:spPr>
        <p:txBody>
          <a:bodyPr/>
          <a:lstStyle/>
          <a:p>
            <a:endParaRPr lang="en-AU" sz="200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6C29C88-308A-9834-788D-728EF467F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967" y="1021657"/>
            <a:ext cx="6988799" cy="39312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2C94916-711C-98B6-819A-7DA4E6926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5050" y="1021559"/>
            <a:ext cx="6988800" cy="3931200"/>
          </a:xfrm>
          <a:prstGeom prst="rect">
            <a:avLst/>
          </a:prstGeom>
        </p:spPr>
      </p:pic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575F1C9-4350-7555-4343-AEFE82890DB4}"/>
              </a:ext>
            </a:extLst>
          </p:cNvPr>
          <p:cNvGraphicFramePr>
            <a:graphicFrameLocks noGrp="1"/>
          </p:cNvGraphicFramePr>
          <p:nvPr/>
        </p:nvGraphicFramePr>
        <p:xfrm>
          <a:off x="2825191" y="1015637"/>
          <a:ext cx="6987600" cy="3931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29200">
                  <a:extLst>
                    <a:ext uri="{9D8B030D-6E8A-4147-A177-3AD203B41FA5}">
                      <a16:colId xmlns:a16="http://schemas.microsoft.com/office/drawing/2014/main" val="292796012"/>
                    </a:ext>
                  </a:extLst>
                </a:gridCol>
                <a:gridCol w="2329200">
                  <a:extLst>
                    <a:ext uri="{9D8B030D-6E8A-4147-A177-3AD203B41FA5}">
                      <a16:colId xmlns:a16="http://schemas.microsoft.com/office/drawing/2014/main" val="2098088498"/>
                    </a:ext>
                  </a:extLst>
                </a:gridCol>
                <a:gridCol w="2329200">
                  <a:extLst>
                    <a:ext uri="{9D8B030D-6E8A-4147-A177-3AD203B41FA5}">
                      <a16:colId xmlns:a16="http://schemas.microsoft.com/office/drawing/2014/main" val="944776978"/>
                    </a:ext>
                  </a:extLst>
                </a:gridCol>
              </a:tblGrid>
              <a:tr h="1310400"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7053207"/>
                  </a:ext>
                </a:extLst>
              </a:tr>
              <a:tr h="1310400"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26844"/>
                  </a:ext>
                </a:extLst>
              </a:tr>
              <a:tr h="1310400"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ln w="3175">
                          <a:solidFill>
                            <a:schemeClr val="tx1"/>
                          </a:solidFill>
                        </a:ln>
                      </a:endParaRPr>
                    </a:p>
                  </a:txBody>
                  <a:tcPr>
                    <a:lnL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014802"/>
                  </a:ext>
                </a:extLst>
              </a:tr>
            </a:tbl>
          </a:graphicData>
        </a:graphic>
      </p:graphicFrame>
      <p:sp>
        <p:nvSpPr>
          <p:cNvPr id="5" name="Shape 15">
            <a:extLst>
              <a:ext uri="{FF2B5EF4-FFF2-40B4-BE49-F238E27FC236}">
                <a16:creationId xmlns:a16="http://schemas.microsoft.com/office/drawing/2014/main" id="{BE231D07-0F53-03B0-1722-F6872340BFC3}"/>
              </a:ext>
            </a:extLst>
          </p:cNvPr>
          <p:cNvSpPr/>
          <p:nvPr/>
        </p:nvSpPr>
        <p:spPr>
          <a:xfrm rot="16200000" flipV="1">
            <a:off x="1641031" y="2624842"/>
            <a:ext cx="1224809" cy="5817"/>
          </a:xfrm>
          <a:prstGeom prst="line">
            <a:avLst/>
          </a:prstGeom>
          <a:noFill/>
          <a:ln w="38100">
            <a:solidFill>
              <a:srgbClr val="6D7788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334675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22</Words>
  <Application>Microsoft Office PowerPoint</Application>
  <PresentationFormat>Widescreen</PresentationFormat>
  <Paragraphs>18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Times New Roman</vt:lpstr>
      <vt:lpstr>Office Theme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Monitor schematic</dc:title>
  <dc:subject>Editable PowerPoint monitor schematic</dc:subject>
  <dc:creator>OpenAI</dc:creator>
  <cp:lastModifiedBy>Martin Vasilev</cp:lastModifiedBy>
  <cp:revision>28</cp:revision>
  <dcterms:created xsi:type="dcterms:W3CDTF">2026-04-28T11:23:57Z</dcterms:created>
  <dcterms:modified xsi:type="dcterms:W3CDTF">2026-04-30T11:49:49Z</dcterms:modified>
</cp:coreProperties>
</file>